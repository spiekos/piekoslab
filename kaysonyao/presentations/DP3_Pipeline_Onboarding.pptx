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DP3 Multi-Omics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Guide for New Lab Members  ·  Kayson Yao  ·  2025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697480"/>
            <a:ext cx="7772400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This Deck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93268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Cohort, design, data modalities, and codebase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78992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78992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30368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SOP pipeline · Proteomics QC · Survey data cleaning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49424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9424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95528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&amp; longitudinal analysis · outputs &amp; thresholds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249424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49424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49424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30368" y="23591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2706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&amp; multilabel classifiers · SOP models · feature interpretation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19856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419856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419856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95528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" y="3877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Enrichr (proteomics) · KEGG (metabolomics, WIP)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19856"/>
            <a:ext cx="4251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419856"/>
            <a:ext cx="384048" cy="10515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19856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30368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Metabolomics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38770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 for your first run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Cohort — DP3 (Piekos Lab / MWRI)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12344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436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743200" cy="123444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347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study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(76.6%)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987552"/>
            <a:ext cx="2743200" cy="1234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105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complications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(30.3%)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85039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breakdown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834640"/>
            <a:ext cx="1188720" cy="29260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HDP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27632" y="2843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  ·  Hypertensive Disorders of Pregnancy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18688"/>
            <a:ext cx="1188720" cy="2926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218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FGR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27632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 ·  Fetal Growth Restriction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602736"/>
            <a:ext cx="1188720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602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HDP + FGR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27632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 ·  Co-occurring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986784"/>
            <a:ext cx="1188720" cy="292608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86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</a:rPr>
              <a:t>sPTB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27632" y="3995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  ·  Spontaneous Preterm Birth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370832"/>
            <a:ext cx="11887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37083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Controls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27632" y="4379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 ·  No complications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94960" y="2487168"/>
            <a:ext cx="3429000" cy="248716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94960" y="2487168"/>
            <a:ext cx="3429000" cy="292608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2505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Multi-Omics Subset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8346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133 participants with complete temporally paired samples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77 with complications (58%)</a:t>
            </a:r>
            <a:endParaRPr lang="en-US" sz="10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HDP · 20 FGR · 4 HDP+FGR · 13 sPTB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controls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 every ~8–10 wks (visits A–E)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 collected at delivery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at Pitt Health Sciences Core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Study Design — Visit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955280" cy="0"/>
          </a:xfrm>
          <a:prstGeom prst="line">
            <a:avLst/>
          </a:prstGeom>
          <a:noFill/>
          <a:ln w="31750">
            <a:solidFill>
              <a:srgbClr val="0A7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1284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16–20 wk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2160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22–26 wk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3036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28–32 wk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T2/3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39128" y="2029968"/>
            <a:ext cx="237744" cy="237744"/>
          </a:xfrm>
          <a:prstGeom prst="ellipse">
            <a:avLst/>
          </a:prstGeom>
          <a:solidFill>
            <a:srgbClr val="0A7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34–38 wk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47888" y="2029968"/>
            <a:ext cx="237744" cy="237744"/>
          </a:xfrm>
          <a:prstGeom prst="ellipse">
            <a:avLst/>
          </a:prstGeom>
          <a:solidFill>
            <a:srgbClr val="E8A83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59"/>
                </a:solidFill>
              </a:rPr>
              <a:t>PP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63840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 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2377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2697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090"/>
                </a:solidFill>
              </a:rPr>
              <a:t>1st Trimester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2nd Trimester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5985"/>
                </a:solidFill>
              </a:rPr>
              <a:t>3rd Trimester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299923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Samples collected at each visit: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341985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Blood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3327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— lipidomics, metabolomics, proteomics, transcriptomics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73552" y="341985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Urine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5935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99632" y="341985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3419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Surveys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85432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EPDS (depression) · PSS (stress) · PUQE-24 (nausea)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392277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Fitbit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33272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+ sleep (continuously)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73552" y="392277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Placenta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959352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Lipidomics, metabolomics, proteomics, transcriptomics  (delivery)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99632" y="3922776"/>
            <a:ext cx="640080" cy="23774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39227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Air/Water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85432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at enrollment + T3 start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2194560" cy="859536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01_data_cleaning/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CSVs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06040" y="109728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clean_metabolomics_data.py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sop_omics_pipeline.py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clean_proteomics_data.py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clean_survey_data.py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65960"/>
            <a:ext cx="2194560" cy="85953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39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02_exploratory_analysis/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4414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&amp; visual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06040" y="205740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identify_differential_analytes.py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generate_differential_cluster_heatmap_limited_group.py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run_sop_differential.py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2194560" cy="859536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99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03_model_development/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+ enrichment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301752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binary_classifier.py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multilabel_classifier.py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run_sop_models.py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run_survey_models.py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feature_interpretation.py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superset_enrichment_analysis.py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utilities.py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8503920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86200"/>
            <a:ext cx="2194560" cy="859536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593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04_results_and_figures/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 artefacts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06040" y="3977640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differential_analysis/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exploratory/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data/  is not in the repo (patient data).  Request from PI.  Cleaned outputs live in  data/cleaned/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Preprocessing — SOP v4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METABOLOMICS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instrument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Pitt Mass Spec Core → untargeted LC-MS data (blood plasma + urine + placenta)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filtering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features with &lt;80% missing; flag QC samples; remove injection-order drift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scaling across batches; SOP v4 uses pooled QC-based normalisation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transform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log₂ scale throughout the pipeline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imputation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Half-minimum per analyte (log₂ scale)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merge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metadata (Group, Subgroup, Visit) attached; sliced by timepoint suffix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987552"/>
            <a:ext cx="406908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987552"/>
            <a:ext cx="406908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005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Scripts &amp; Outputs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137160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sop_omics_pipeline.py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SOP v4 preprocessing pipeline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MTBL_sop and LIPD_sop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clean_metabolomics_data.py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pipeline (pre-SOP) — still used for metabolomics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 metabolomics_plasma_formatted_suffix_*.csv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locations: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data/cleaned/metabolomics/normalized_sliced_by_suffix/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data/cleaned/sop_omics_pipeline_v2/MTBL_plasma/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data/cleaned/sop_omics_pipeline_v2/MTBL_placenta/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format: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CSV: rows = samples, cols = analytes + metadata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cols: SampleID, SubjectID, Group, Subgroup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 values: log₂ scale, numerics only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Data: File Naming &amp; CSV Format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40599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METABOLOMICS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File naming convention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8458200" cy="107899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07008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52728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252728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252728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463040"/>
            <a:ext cx="8275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Standard metabolomics CSVs (one per plasma timepoint)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data/cleaned/metabolomics/normalized_sliced_by_suffix/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metabolomics_plasma_formatted_suffix_A.csv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metabolomics_plasma_formatted_suffix_B.csv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metabolomics_plasma_formatted_suffix_C.csv    # etc through 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SOP v4 pipeline outputs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data/cleaned/sop_omics_pipeline_v2/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MTBL_plasma/MTBL_plasma_suffix_A.csv          # metabolomics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LIPD_plasma/LIPD_plasma_suffix_A.csv          # lipidomics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395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CSV structure (wide format)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697480"/>
            <a:ext cx="8458200" cy="117043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9748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274320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4320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274320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53512"/>
            <a:ext cx="8275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Columns: metadata first, then one column per analyte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SampleID  SubjectID  Group      Subgroup  Batch  GestAgeDelivery  SampleGestAge  phe  trp  val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P001A     S001       Control    Control   1      38.2             12.4           7.31 6.82 5.19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P002A     S002       HDP        HDP       1      35.6             11.8           6.97 7.12 5.43 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labels after normalise_group_labels():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'Control' → 0,  'HDP'/'FGR'/'sPTB'/'Complication' → 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3977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How analyte columns are identified in 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4279392"/>
            <a:ext cx="8458200" cy="749808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4279392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" y="4325112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25112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325112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535424"/>
            <a:ext cx="8275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utilities import get_analyte_columns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analyte_cols = get_analyte_columns(df)   # excludes SampleID, SubjectID, Group, Subgroup, Batch,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list of column names that are purely numeric (analyte values)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Preprocessing — Olink NPX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 ·  PROTEOMICS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92608" cy="292608"/>
          </a:xfrm>
          <a:prstGeom prst="ellipse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0241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Olink NPX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298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Normalised Protein eXpression values from Olink — already in log₂(NPX) scale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" y="1399032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55648"/>
            <a:ext cx="292608" cy="292608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55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16824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QC mask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195681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Remove assays flagged by Olink QC warnings per sample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" y="2057400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414016"/>
            <a:ext cx="292608" cy="292608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234086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Panel normalisation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26151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Correct for cross-panel NPX offset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" y="2715768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72384"/>
            <a:ext cx="292608" cy="292608"/>
          </a:xfrm>
          <a:prstGeom prst="ellipse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2999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ComBat batch correction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32735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Harmonic batch correction using sample batch labels from metadata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" y="3374136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30752"/>
            <a:ext cx="292608" cy="292608"/>
          </a:xfrm>
          <a:prstGeom prst="ellipse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Missingness filter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" y="39319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Drop assays &gt;80% missing post-ComBat; Fisher's test for group-imbalanced missing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" y="4032504"/>
            <a:ext cx="0" cy="29260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389120"/>
            <a:ext cx="292608" cy="292608"/>
          </a:xfrm>
          <a:prstGeom prst="ellipse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3232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Below-LOD imputation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902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Half-minimum imputation (per analyte, log₂ scale)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987552"/>
            <a:ext cx="4023360" cy="400507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987552"/>
            <a:ext cx="4023360" cy="310896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Script &amp; Outputs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13716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clean_proteomics_data.py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auto mode from project root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plasma and placenta separately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data/cleaned/proteomics/normalized_full_results/proteomics_plasma_cleaned_with_metadata.csv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data/cleaned/proteomics/normalized_full_results/proteomics_placenta_cleaned_with_metadata.csv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Timepoint slicing: format_proteomics.py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full plasma CSV by SampleGestAge → suffix A–E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normalized_sliced_by_suffix/proteomics_plasma_formatted_suffix_*.csv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~1,472 proteins (Olink Explore 1536)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Plasma: 5 timepoints × ~90–110 samples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Placenta: single delivery timepoint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—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40233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Cross-Sectional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Per timepoint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960120"/>
            <a:ext cx="4114800" cy="402336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960120"/>
            <a:ext cx="4114800" cy="3474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978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Longitudinal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960120"/>
            <a:ext cx="41148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Per participant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per dataset per timepoint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vs Complication (HDP+FGR+sPTB pooled)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Mann-Whitney U (two-sided)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FDR: Benjamini-Hochberg q &lt; 0.05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|log₂FC| ≥ log₂(1.5) ≈ 0.585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 = 5 non-missing per group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89888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Within-group Wilcoxon signed-rank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Per-subject adjacent deltas: B−A, C−B, D−C, E−D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 group: Control, HDP, FGR, sPTB, Complication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FDR + |log₂FC| thresholds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group × step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Scripts: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703320"/>
            <a:ext cx="8412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02_exploratory_analysis/identify_differential_analytes.py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args → runs full default pipeline (CS + longitudinal, both omics types)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--omics-type metabolomics  OR  --omics-type proteomics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D3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02_exploratory_analysis/run_sop_differential.py</a:t>
            </a:r>
            <a:endParaRPr lang="en-US" sz="105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on SOP v4 (MTBL_sop/LIPD_sop) datasets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04_results_and_figures/differential_analysis/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 — Output Files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8458200" cy="2606040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6012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00584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00584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00584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216152"/>
            <a:ext cx="8275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04_results_and_figures/differential_analysis/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proteomics/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plasma/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cross_sectional/&lt;A-E&gt;/Control_vs_Complication_differential_results.csv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longitudinal/&lt;Group&gt;_&lt;T2&gt;_minus_&lt;T1&gt;_longitudinal_results.csv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placenta/cross_sectional/Control_vs_Complication_differential_results.csv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metabolomics/       (same structure as proteomics)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plasma/cross_sectional/&lt;A-E&gt;/Control_vs_Complication_differential_results.csv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MTBL_sop/           (SOP v4 metabolomics)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LIPD_sop/           (SOP v4 lipidomics)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657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Key columns in each results CSV: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404164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analyte_id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83664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04164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log2_fc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9632" y="4005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log₂(Complication / Control) fold-change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40740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p_value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83664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p-value from Mann-Whitney 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440740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4407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q_value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99632" y="43708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BH-adjusted FDR p-value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77316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83664" y="4736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q &lt; 0.05 AND |log2_fc| ≥ 0.585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773168"/>
            <a:ext cx="1463040" cy="25603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773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n_ctrl / n_compl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9632" y="4736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Non-missing observations per group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Pipeline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1170432" cy="9601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Wide-format cleaned CSV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(SampleID × analytes + metadata)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17904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1056" y="1371600"/>
            <a:ext cx="1170432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91056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70/15/15 Split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91056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Stratified train / val / 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(participant-level, never sample-level)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61488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371600"/>
            <a:ext cx="1170432" cy="96012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Diff Pre-filter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Optional: retain only q&lt;0.05 analytes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from differential analysis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05072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78224" y="1371600"/>
            <a:ext cx="1170432" cy="960120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8224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78224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LASSO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78224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L1 logistic CV (binary) 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MultiTaskLASSOCV (multilabel)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48656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1808" y="1371600"/>
            <a:ext cx="1170432" cy="96012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Optuna Tuning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TPE Bayesian search on val 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PR-AUC objective · n_trials=50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92240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5392" y="1371600"/>
            <a:ext cx="1170432" cy="96012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65392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10-fold CV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65392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Tuned model on train split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4 learners evaluated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35824" y="1847088"/>
            <a:ext cx="73152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08976" y="1371600"/>
            <a:ext cx="1170432" cy="960120"/>
          </a:xfrm>
          <a:prstGeom prst="rect">
            <a:avLst/>
          </a:prstGeom>
          <a:solidFill>
            <a:srgbClr val="153E5C"/>
          </a:solidFill>
          <a:ln w="12700">
            <a:solidFill>
              <a:srgbClr val="153E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8976" y="14081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D8C8"/>
                </a:solidFill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808976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Eval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08976" y="19202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Best val PR-AUC 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EE3F8"/>
                </a:solidFill>
              </a:rPr>
              <a:t>retrained on train+val, tested on test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254203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633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Models evaluated at each condition (tissue × timepoint):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2944368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" y="2944368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990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L2 penalty · class_weight=balanced · solver liblinear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944368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0" y="2944368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990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46320" y="3218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Balanced class weights · max_features = sqrt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7472" y="3547872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47472" y="3547872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XGBoost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scale_pos_weight = n_neg/n_pos · tree booster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547872"/>
            <a:ext cx="413308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3547872"/>
            <a:ext cx="91440" cy="51206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593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SVM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4632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RBF kernel · class_weight=balanced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7472" y="48097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Primary metric: PR-AUC (average precision) — accounts for class imbalance  ·  RobustScaler applied inside every fold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— binary_classifier.py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90779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69264"/>
            <a:ext cx="4572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Control (0) vs pooled Complication (1)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tissue × timepoint combination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 pooled: HDP + FGR + sPTB → 'Complication'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Tissues: plasma (A–E) + placenta (all)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condition: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sample_splits.csv — which samples are train/val/test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lasso_selected_features.csv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tuned_hyperparams.json — Optuna best params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summary.json — all metrics + best model name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X_trainval_scaled.csv + X_test_scaled.csv</a:t>
            </a:r>
            <a:endParaRPr lang="en-US" sz="11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+ PR curve PNGs per model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all_results_summary.csv — aggregate across conditions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74920" y="969264"/>
            <a:ext cx="3749040" cy="1901952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969264"/>
            <a:ext cx="374904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8072" y="1014984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1014984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04104" y="1014984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225296"/>
            <a:ext cx="356616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Default: proteomics, all timepoints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Metabolomics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--file-prefix metabolomics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--plasma-dir data/cleaned/metabolomics/...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Specific timepoints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--timepoints A B C  --skip-placenta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number of Optuna trials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--n-trials 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74920" y="2962656"/>
            <a:ext cx="3749040" cy="1481328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2962656"/>
            <a:ext cx="374904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48072" y="3008376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6088" y="3008376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4104" y="3008376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218688"/>
            <a:ext cx="35661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SOP v4 datasets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--dataset MTBL_sop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MTBL_sop and LIPD_sop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differential pre-filter (ablation)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03_model_development/run_sop_nodiff.py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--dataset MTBL_sop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 Classifier &amp; Feature Interpretation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1828800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Multilabel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1024128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predict HDP, FGR, sPTB jointly (3 binary outputs)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MultiTaskLASSOCV for joint feature selection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Optuna + CV loop as binary classifier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macro-average PR-AUC across 3 outcomes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multilabel_classifier.py  (same CLI flags as binary)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99232"/>
            <a:ext cx="850392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99232"/>
            <a:ext cx="1828800" cy="201168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0632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feature_interpretation.py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methods per condition: Gini importance (tree), SHAP (kernel), LIME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best binary model from each tissue × timepoint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restricted to LASSO superset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combined panel plot per condition (PNG)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run_permutation_test.py — permutes training labels 1000× to validate PR-AUC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— Proteomics (Enrichr ORA)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99008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990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 ·  PROTEOMICS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LASSO-selected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features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(per timepoint)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76272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'superset'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across timepoints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Enrichr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5 databases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1453896"/>
            <a:ext cx="201168" cy="0"/>
          </a:xfrm>
          <a:prstGeom prst="line">
            <a:avLst/>
          </a:prstGeom>
          <a:noFill/>
          <a:ln w="25400">
            <a:solidFill>
              <a:srgbClr val="0D3B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1051560"/>
            <a:ext cx="1828800" cy="804672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0515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Dot-plot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+ CSV results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8424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084832"/>
            <a:ext cx="4160520" cy="2724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Enrichr databases queried: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GO:BP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42416" y="25237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GO_Biological_Process_2025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077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GO:MF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42416" y="2926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GO_Molecular_Function_2025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10128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GO:CC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42416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GO_Cellular_Component_2025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712464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124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KEGG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42416" y="37307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KEGG_2026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512064" cy="27432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Reactome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42416" y="41330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Reactome_Pathways_2024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2084832"/>
            <a:ext cx="4206240" cy="272491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59"/>
                </a:solidFill>
              </a:rPr>
              <a:t>Running the analysis: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2487168"/>
            <a:ext cx="4023360" cy="822960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487168"/>
            <a:ext cx="402336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82312" y="2532888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0328" y="2532888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38344" y="2532888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03_model_development/superset_enrichment_analysis.py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--binary-results-dir 04_results_and_figures/models/binary/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--superset-timepoints A B C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--fdr-threshold 0.05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3383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lasso_selected_features.csv per timepoint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sets: plasma A–D + placenta + superset union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FDR: Enrichr adjusted p-value &lt; 0.05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superset_enrichment/ per set + dot-plot PNG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— Metabolomics (WIP)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381304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ENRICHMENT  ·  METABOLOMICS  ·  WIP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This section is a work in progress — not finalized. Two approaches exist; neither is production-ready.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4160520" cy="36118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17320"/>
            <a:ext cx="41605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43560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Approach A: metabolomics_enrichment_analysis.py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01368"/>
            <a:ext cx="3886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REST API over-representation analysis (ORA)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significant analytes from differential analysis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unnamed peaks (p####, n####)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API calls → kegg_api_cache.json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= compounds in KEGG pathways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containing at least one query metabolite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dot-plot + kegg_pathway_enrichment.csv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60520" cy="361188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417320"/>
            <a:ext cx="416052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3560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Approach B: run_pathway_analysis.py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801368"/>
            <a:ext cx="3886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 name → KEGG ID mapping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MetaboAnalyst-style name matching with fallbacks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Per-timepoint ORA + union analysis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Cross-timepoint heatmap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incremental cache for API calls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Name mapping coverage still being validated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" y="4846320"/>
            <a:ext cx="8458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Why not Enrichr for metabolomics?  Enrichr requires gene symbols — it does not accept metabolite names or KEGG compound IDs.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3B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Metabolomics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4389120"/>
            <a:ext cx="128016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Metabolomics Pipeline — Step by Step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 ·  METABOLOMICS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329184" cy="59436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0149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Get data access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2618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PI for access to  data/  (raw + cleaned CSVs are not in the repo).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paths: data/cleaned/metabolomics/  and  data/cleaned/sop_omics_pipeline_v2/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" y="15910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73352"/>
            <a:ext cx="329184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733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" y="17007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9476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 scipy statsmodels scikit-learn xgboost optuna shap lime matplotlib requests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(See requirements.txt if it exists in root)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" y="22768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59152"/>
            <a:ext cx="329184" cy="594360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591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23865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differential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6334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02_exploratory_analysis/identify_differential_analytes.py --omics-type metabolomics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→ 04_results_and_figures/differential_analysis/metabolomics/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" y="29626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44952"/>
            <a:ext cx="329184" cy="594360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449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" y="30723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binary classifiers (standard metabolomics)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3192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03_model_development/binary_classifier.py  --file-prefix metabolomics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--plasma-dir data/cleaned/metabolomics/normalized_sliced_by_suffix/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--output-dir 04_results_and_figures/models/binary/metabolomics/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" y="36484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30752"/>
            <a:ext cx="329184" cy="59436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307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37581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SOP v4 classifiers (MTBL_sop)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0050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03_model_development/run_sop_models.py --dataset MTBL_sop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→ 04_results_and_figures/models/binary/MTBL_sop/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" y="4334256"/>
            <a:ext cx="0" cy="914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416552"/>
            <a:ext cx="329184" cy="594360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416552"/>
            <a:ext cx="329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" y="444398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Inspect results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" y="469087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at summary.json per condition for PR-AUC.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lasso_selected_features.csv for selected analytes.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*_pr_curve.png to visualise model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— Key Concepts &amp; Common Gotchas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 ·  METABOLOMICS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4160520" cy="1920240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87552"/>
            <a:ext cx="4160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LASSO may not converge to sparse 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has weaker cross-sectional signal than proteomics. At some timepoints LASSO selects all (or nearly all) features — this is expected, not a bug. Enrichment analysis for metabolomics therefore uses differential analysis hits, not LASSO features.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987552"/>
            <a:ext cx="4160520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987552"/>
            <a:ext cx="41605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005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Two independent metabolomics pipelines exist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389888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pipeline: clean_metabolomics_data.py → metabolomics_plasma_formatted_suffix_*.csv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v4 pipeline: sop_omics_pipeline.py → MTBL_plasma/MTBL_plasma_suffix_*.csv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fully valid; SOP v4 uses more rigorous QC normalisation.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60520" cy="1920240"/>
          </a:xfrm>
          <a:prstGeom prst="rect">
            <a:avLst/>
          </a:prstGeom>
          <a:solidFill>
            <a:srgbClr val="F0FDF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017520"/>
            <a:ext cx="4160520" cy="329184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358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label normalisation is required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scripts call normalise_group_labels(df) from utilities.py before doing anything.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maps: 'Control'→0, 'HDP'/'FGR'/'sPTB'/'Complication'→1 for binary tasks.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call this is a common early mistake.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3017520"/>
            <a:ext cx="4160520" cy="192024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3017520"/>
            <a:ext cx="4160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30358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Pathway enrichment for metabolomics is still WIP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3419856"/>
            <a:ext cx="3886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metabolomics_enrichment_analysis.py nor run_pathway_analysis.py is fully validated.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primary open task for the new lab member to pick up and finalise.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— Superset &amp; Differential Pre-filter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METABOLOMICS  ·  CODE DETAIL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Why we use a differential pre-filter (and not just LASSO) for metabolomics: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80160"/>
            <a:ext cx="8458200" cy="960120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8016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32588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32588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32588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36192"/>
            <a:ext cx="8275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binary_classifier.py — the differential pre-filter step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sig_analytes = load_significant_analytes(sig_csv)   # q&lt;0.05 AND |log2FC|&gt;=0.585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sig_analytes is passed to run_binary_pipeline()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None → all analyte columns used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list → only those columns are given to LASSO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95728"/>
            <a:ext cx="850392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59"/>
                </a:solidFill>
              </a:rPr>
              <a:t>Superset concept — shared across scripts: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788920"/>
            <a:ext cx="8458200" cy="1115568"/>
          </a:xfrm>
          <a:prstGeom prst="rect">
            <a:avLst/>
          </a:prstGeom>
          <a:solidFill>
            <a:srgbClr val="1A2B3C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788920"/>
            <a:ext cx="8458200" cy="201168"/>
          </a:xfrm>
          <a:prstGeom prst="rect">
            <a:avLst/>
          </a:prstGeom>
          <a:solidFill>
            <a:srgbClr val="0D2233"/>
          </a:solidFill>
          <a:ln w="12700">
            <a:solidFill>
              <a:srgbClr val="0D22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2834640"/>
            <a:ext cx="91440" cy="91440"/>
          </a:xfrm>
          <a:prstGeom prst="ellipse">
            <a:avLst/>
          </a:prstGeom>
          <a:solidFill>
            <a:srgbClr val="E8655E"/>
          </a:solidFill>
          <a:ln w="12700">
            <a:solidFill>
              <a:srgbClr val="E86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834640"/>
            <a:ext cx="91440" cy="91440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2834640"/>
            <a:ext cx="91440" cy="91440"/>
          </a:xfrm>
          <a:prstGeom prst="ellipse">
            <a:avLst/>
          </a:prstGeom>
          <a:solidFill>
            <a:srgbClr val="5CBF6A"/>
          </a:solidFill>
          <a:ln w="12700">
            <a:solidFill>
              <a:srgbClr val="5CBF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044952"/>
            <a:ext cx="8275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utilities.py — collect_superset_features()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Union of LASSO-selected features across all plasma timepoints + placenta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utilities import collect_superset_features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 = collect_superset_features(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base_dir='04_results_and_figures/models/binary/proteomics/',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timepoints=['A', 'B', 'C', 'D']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" y="40050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For metabolomics, LASSO often selects all features → superset = all analytes → not useful for enrichment.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Instead: use differential analysis hits (q&lt;0.05) directly as the enrichment input.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4480560"/>
            <a:ext cx="8503920" cy="548640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45354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3B59"/>
                </a:solidFill>
              </a:rPr>
              <a:t>utilities.py  (03_model_development) contains: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490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load_data()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492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normalise_group_labels()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0" y="45354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get_analyte_columns()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490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collect_superset_features()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build_tuned_model_binary()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49440" y="4791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TIMEPOINTS / OUTCOMES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3B59"/>
          </a:solidFill>
          <a:ln w="12700">
            <a:solidFill>
              <a:srgbClr val="0D3B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Checklist for Metabolomics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496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 ·  METABOLOMICS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07899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06424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06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Setup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0332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Request data/  access from 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2618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need: data/cleaned/metabolomics/  and  data/cleaned/sop_omics_pipeline_v2/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159105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618488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618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Setup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91640" y="154533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Install Python dependencies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17739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scipy, scikit-learn, xgboost, optuna, shap, lime, matplotlib, requests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10312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130552"/>
            <a:ext cx="914400" cy="20116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21B6"/>
                </a:solidFill>
              </a:rPr>
              <a:t>Preprocessing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20574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Verify cleaned CSVs exist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28600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 for metabolomics_plasma_formatted_suffix_A.csv through 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2615184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642616"/>
            <a:ext cx="914400" cy="20116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6426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Diff. Analysis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691640" y="256946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differential analysis for metabolomics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27980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02_exploratory_analysis/identify_differential_analytes.py --omics-type metabolomics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3127248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154680"/>
            <a:ext cx="914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54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ML Models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30815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binary classifiers (standard metabolomics)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331012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binary_classifier.py --file-prefix metabolomics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7472" y="3639312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3666744"/>
            <a:ext cx="914400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ML Models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91640" y="3593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Run SOP v4 classifiers (MTBL_sop)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91640" y="38221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run_sop_models.py --dataset MTBL_sop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151376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178808"/>
            <a:ext cx="914400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178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Results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91640" y="410565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Check summary.json for each condition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91640" y="43342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field: test_metrics.&lt;BestModel&gt;.pr_auc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7472" y="4663440"/>
            <a:ext cx="256032" cy="256032"/>
          </a:xfrm>
          <a:prstGeom prst="rect">
            <a:avLst/>
          </a:prstGeom>
          <a:solidFill>
            <a:srgbClr val="FFFFFF"/>
          </a:solidFill>
          <a:ln w="19050">
            <a:solidFill>
              <a:srgbClr val="0A709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800" y="4690872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6908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Open Task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691640" y="46177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59"/>
                </a:solidFill>
              </a:rPr>
              <a:t>Finalise metabolomics pathway enrichment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691640" y="484632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up metabolomics_enrichment_analysis.py or run_pathway_analysis.py and validate name-mapping coverage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64592" cy="16459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943600" cy="0"/>
          </a:xfrm>
          <a:prstGeom prst="line">
            <a:avLst/>
          </a:prstGeom>
          <a:noFill/>
          <a:ln w="19050">
            <a:solidFill>
              <a:srgbClr val="0A7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38528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C8"/>
                </a:solidFill>
              </a:rPr>
              <a:t>Kayson Yao  ·  Piekos Lab  ·  MWRI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kaysonyao0212@gmail.com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files to read first: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01_data_cleaning/README.md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02_exploratory_analysis/README.md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03_model_development/README.md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E9D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03_model_development/utilities.py  (the shared backbone)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7090"/>
          </a:solidFill>
          <a:ln w="12700">
            <a:solidFill>
              <a:srgbClr val="0A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DP3 Multi-Omics Analysis Pipeline  ·  Onboarding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DP3 Multi-Omics Analysis Pipeline — Onboarding Guide</dc:title>
  <dc:subject>PptxGenJS Presentation</dc:subject>
  <dc:creator>Kayson Yao</dc:creator>
  <cp:lastModifiedBy>Kayson Yao</cp:lastModifiedBy>
  <cp:revision>1</cp:revision>
  <dcterms:created xsi:type="dcterms:W3CDTF">2026-05-07T05:39:28Z</dcterms:created>
  <dcterms:modified xsi:type="dcterms:W3CDTF">2026-05-07T05:39:28Z</dcterms:modified>
</cp:coreProperties>
</file>